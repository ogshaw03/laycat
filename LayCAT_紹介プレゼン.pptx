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2F3F7"/>
                </a:solidFill>
                <a:latin typeface="Meiryo"/>
                <a:ea typeface="Meiryo"/>
              </a:rPr>
              <a:t>LayCAT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A9AAA"/>
                </a:solidFill>
                <a:latin typeface="Meiryo"/>
                <a:ea typeface="Meiryo"/>
              </a:rPr>
              <a:t>映像制作のための </a:t>
            </a:r>
            <a:r>
              <a:rPr sz="2200" b="1">
                <a:solidFill>
                  <a:srgbClr val="5A9BFF"/>
                </a:solidFill>
                <a:latin typeface="Meiryo"/>
                <a:ea typeface="Meiryo"/>
              </a:rPr>
              <a:t>レビュー ＆ 進行管理ツール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148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動画への描き込み、進捗の見える化、チェックの割り振り、連続再生まで。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制作のやり取りを、これ1つで。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A"/>
                </a:solidFill>
                <a:latin typeface="Meiryo"/>
                <a:ea typeface="Meiryo"/>
              </a:rPr>
              <a:t>ブラウザだけで動作／インストール不要　—　単一HTML・チーム共有対応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8A7A"/>
                </a:solidFill>
                <a:latin typeface="Meiryo"/>
                <a:ea typeface="Meiry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こんな悩み、ありませんか？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6654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「もう少し右」が伝わらない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8775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口頭やメールの往復ばかりで、修正の意図がなかなか伝わらない。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06654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どのカットが、どこまで？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8775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進捗が見えず、Excel 管理や状況確認に手間がかかる。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94106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誰が確認する番？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6227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チェックの抜け漏れや、二度手間が起きやすい。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0332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94106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最新版はどれ？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6227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動画やコメントが散らばり、探すのに時間がかかる。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— その悩み、</a:t>
            </a:r>
            <a:r>
              <a:rPr sz="1500" b="1">
                <a:solidFill>
                  <a:srgbClr val="5A9BFF"/>
                </a:solidFill>
                <a:latin typeface="Meiryo"/>
                <a:ea typeface="Meiryo"/>
              </a:rPr>
              <a:t>LayCAT</a:t>
            </a: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 がまとめて解決します。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LayCAT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297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動画や画像を共有して、OK・リテイク・NG で判定できます。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動画のコマに直接描き込むアノテーションで、修正指示をそのまま伝えられます。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レイヤー・顔の向きガイドで、言葉にしづらい直しも的確に。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カットごとの進み具合が、ひと目でわかります。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作品ごとにフォルダへ保存してチームで共有。ブラウザだけで動作・インストール不要。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675062"/>
            <a:ext cx="6583680" cy="2605155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FFA0"/>
                </a:solidFill>
                <a:latin typeface="Meiryo"/>
                <a:ea typeface="Meiryo"/>
              </a:rPr>
              <a:t>TASK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タスクページ：カットごとの作業画面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1つのカットの工程を開く、作業の中心画面です。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「＋動画」でアップ。上げるたびに版（v1・v2…）が残ります。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動画ごとに、コメントや OK・リテイクの判定をやり取り。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ステータスや担当（作業・チェック）もここで設定します。</a:t>
            </a:r>
          </a:p>
        </p:txBody>
      </p:sp>
      <p:pic>
        <p:nvPicPr>
          <p:cNvPr id="6" name="Picture 5" descr="pre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01 ／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アノテーション：レイヤー機能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動画のコマに、直接 絵で指示を描けます。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指示はレイヤーで分けられます（例：演出／作画／修正）。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レイヤーごとに、表示・非表示や削除ができます。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ブラシ・消しゴム・トレーシングペーパーなどを用意。</a:t>
            </a:r>
          </a:p>
        </p:txBody>
      </p:sp>
      <p:pic>
        <p:nvPicPr>
          <p:cNvPr id="6" name="Picture 5" descr="pre_review_an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02 ／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動画への埋め込み ＆ 顔の向きガイド</a:t>
            </a:r>
          </a:p>
        </p:txBody>
      </p:sp>
      <p:pic>
        <p:nvPicPr>
          <p:cNvPr id="5" name="Picture 4" descr="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6281"/>
            <a:ext cx="6766560" cy="4342717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3931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描いた指示はそのコマに保存され、再生すると自動で出ます。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コメント欄にも、縮小画像で残ります。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「顔の向きガイド」で、顔の向きを立体的に示せます。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ドラッグで、上下・左右・傾きを指定できます。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03 ／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進捗管理：複数グラフの同時表示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エピソードごとの円グラフを、横に並べて表示します。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「工程」と「ステータス」の2種類を切り替えられます。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担当者でしぼり込めます。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作品全体の進み具合が、ひと目でわかります。</a:t>
            </a:r>
          </a:p>
        </p:txBody>
      </p:sp>
      <p:pic>
        <p:nvPicPr>
          <p:cNvPr id="6" name="Picture 5" descr="pr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03" y="1600200"/>
            <a:ext cx="5372512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03 ／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ステータス別でも同時に比較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同じ画面で「ステータスグラフ」に切り替えられます。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チェック待ち・OK・リテイク・NG の割合を比較できます。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リテイクが多いエピソードなど、つまずきを見つけやすくなります。</a:t>
            </a:r>
          </a:p>
        </p:txBody>
      </p:sp>
      <p:pic>
        <p:nvPicPr>
          <p:cNvPr id="6" name="Picture 5" descr="prog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03" y="1600200"/>
            <a:ext cx="5372512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04 ／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チェック待ち：チェック担当者一覧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チェック担当者ごとに、タブで分かれます。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自分が見る番のカットだけを表示できます。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残り件数がバッジでわかり、見落としを防げます。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一覧のまま、ステータスを変えられます。</a:t>
            </a:r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05 ／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REEL：カットをつなげて連続再生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複数のカットをつなげて、連続再生できます。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並べ替えて、通しのテンポを確認できます。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REELで書いたコメント・アノテーションは、各カットのタスクページにそのまま反映されます。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つながり確認や試写に、そのまま使えます。</a:t>
            </a:r>
          </a:p>
        </p:txBody>
      </p:sp>
      <p:pic>
        <p:nvPicPr>
          <p:cNvPr id="6" name="Picture 5" descr="pre_r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029" y="1600200"/>
            <a:ext cx="7016261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OTHER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そのほかの主要画面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タイムライン（更新履歴）</a:t>
            </a:r>
          </a:p>
        </p:txBody>
      </p:sp>
      <p:pic>
        <p:nvPicPr>
          <p:cNvPr id="6" name="Picture 5" descr="pr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50813"/>
            <a:ext cx="3611880" cy="2505013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462272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ショット一覧</a:t>
            </a:r>
          </a:p>
        </p:txBody>
      </p:sp>
      <p:pic>
        <p:nvPicPr>
          <p:cNvPr id="8" name="Picture 7" descr="sh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450813"/>
            <a:ext cx="3611880" cy="2505013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38744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サブミット（まとめて提出）</a:t>
            </a:r>
          </a:p>
        </p:txBody>
      </p:sp>
      <p:pic>
        <p:nvPicPr>
          <p:cNvPr id="10" name="Picture 9" descr="sub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3010072"/>
            <a:ext cx="3611880" cy="1386495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A"/>
                </a:solidFill>
                <a:latin typeface="Meiryo"/>
                <a:ea typeface="Meiryo"/>
              </a:rPr>
              <a:t>更新はタイムラインに集まり、ショット一覧で最新版を見渡せます。提出は複数カットをまとめてサブミットへ。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3F7"/>
                </a:solidFill>
                <a:latin typeface="Meiryo"/>
                <a:ea typeface="Meiryo"/>
              </a:rPr>
              <a:t>まとめ：導入のメリット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91440" cy="192024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76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そのまま指示できる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動画に直接描き込み、レイヤーと顔の向きガイドで、直しが言葉なしで伝わります。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91440" cy="1920240"/>
          </a:xfrm>
          <a:prstGeom prst="rect">
            <a:avLst/>
          </a:prstGeom>
          <a:solidFill>
            <a:srgbClr val="5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176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進捗が見える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9748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グラフの同時表示と、担当者ごとのチェック待ちで、見落としを防げます。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160520"/>
            <a:ext cx="91440" cy="1920240"/>
          </a:xfrm>
          <a:prstGeom prst="rect">
            <a:avLst/>
          </a:prstGeom>
          <a:solidFill>
            <a:srgbClr val="FFB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41655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チームで回る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59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フォルダ共有で1つのデータを共同運用。REELやサブミットでまとめて確認・提出。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6052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160520"/>
            <a:ext cx="91440" cy="192024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41655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導入がかんたん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37759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ブラウザだけで動作・インストール不要。単一HTMLで完結し、パスワード保護にも対応。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A"/>
                </a:solidFill>
                <a:latin typeface="Meiryo"/>
                <a:ea typeface="Meiryo"/>
              </a:rPr>
              <a:t>公開URL：https://ogshaw03.github.io/laycat/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