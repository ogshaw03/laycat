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268507"/>
            <a:ext cx="1036015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2F3F7"/>
                </a:solidFill>
                <a:latin typeface="Meiryo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